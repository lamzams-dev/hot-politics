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Politics — Go Vote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F5F5F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Go Vote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CFCFC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Don’t let others decide your future.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5669280" cy="1828800"/>
          </a:xfrm>
          <a:prstGeom prst="roundRect">
            <a:avLst/>
          </a:prstGeom>
          <a:solidFill>
            <a:srgbClr val="141417">
              <a:alpha val="92000"/>
            </a:srgbClr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20624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 A M P R I N I Z A M P O 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V A N G E L I A F R A G K O 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 I M I T R I S P A P A L A M P R O 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 Y R T O P A P A L A M P R O 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2A2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0" y="6537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Politics — Go Vote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10607040" cy="5120640"/>
          </a:xfrm>
          <a:prstGeom prst="roundRect">
            <a:avLst/>
          </a:prstGeom>
          <a:solidFill>
            <a:srgbClr val="141417">
              <a:alpha val="90000"/>
            </a:srgbClr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5F5F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Voting Hesitancy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43000" y="2011680"/>
            <a:ext cx="10058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the national elections of 2004, 76 .50 % of the electorate voted.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the latest national elections in June 2023, the turnout at the polls was 53.74%.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Scientists are actively seeking and testing strategies to boost voter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2A2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Vote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0" y="6537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914400"/>
            <a:ext cx="5943600" cy="5943600"/>
          </a:xfrm>
          <a:prstGeom prst="ellipse">
            <a:avLst/>
          </a:prstGeom>
          <a:solidFill>
            <a:srgbClr val="2254D8">
              <a:alpha val="22000"/>
            </a:srgbClr>
          </a:solidFill>
          <a:ln w="12700">
            <a:solidFill>
              <a:srgbClr val="2254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200400"/>
            <a:ext cx="5486400" cy="5486400"/>
          </a:xfrm>
          <a:prstGeom prst="ellipse">
            <a:avLst/>
          </a:prstGeom>
          <a:solidFill>
            <a:srgbClr val="F5F5F5">
              <a:alpha val="12000"/>
            </a:srgbClr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517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rgbClr val="F5F5F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Affective Polarization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2A2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Vote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63840" y="6537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Politics — Go Vote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10607040" cy="5120640"/>
          </a:xfrm>
          <a:prstGeom prst="roundRect">
            <a:avLst/>
          </a:prstGeom>
          <a:solidFill>
            <a:srgbClr val="141417">
              <a:alpha val="90000"/>
            </a:srgbClr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5F5F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Affective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43000" y="2011680"/>
            <a:ext cx="10058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 vs Them narrative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Populism: The People should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2A2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Vote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0" y="6537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Politics — Go Vote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10607040" cy="5120640"/>
          </a:xfrm>
          <a:prstGeom prst="roundRect">
            <a:avLst/>
          </a:prstGeom>
          <a:solidFill>
            <a:srgbClr val="141417">
              <a:alpha val="90000"/>
            </a:srgbClr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5F5F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Affective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43000" y="2011680"/>
            <a:ext cx="10058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 vs Them narrative directed at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Populism: The People should vote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2A2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Vote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0" y="6537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914400"/>
            <a:ext cx="5943600" cy="5943600"/>
          </a:xfrm>
          <a:prstGeom prst="ellipse">
            <a:avLst/>
          </a:prstGeom>
          <a:solidFill>
            <a:srgbClr val="2254D8">
              <a:alpha val="22000"/>
            </a:srgbClr>
          </a:solidFill>
          <a:ln w="12700">
            <a:solidFill>
              <a:srgbClr val="2254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200400"/>
            <a:ext cx="5486400" cy="5486400"/>
          </a:xfrm>
          <a:prstGeom prst="ellipse">
            <a:avLst/>
          </a:prstGeom>
          <a:solidFill>
            <a:srgbClr val="F5F5F5">
              <a:alpha val="12000"/>
            </a:srgbClr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517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rgbClr val="F5F5F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Nostalgia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2A2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Vote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63840" y="6537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Politics — Go Vote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10607040" cy="5120640"/>
          </a:xfrm>
          <a:prstGeom prst="roundRect">
            <a:avLst/>
          </a:prstGeom>
          <a:solidFill>
            <a:srgbClr val="141417">
              <a:alpha val="90000"/>
            </a:srgbClr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5F5F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Nostalgia for Greece’s Past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43000" y="2011680"/>
            <a:ext cx="10058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Greece as the birthplace of democracy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Emphasis on national identity, history, nature and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Dissatisfaction with current socioeconomic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Disillusionment with the daily realities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Creating escapism to a mythical, romanticized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idyllic past vs broken present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2A2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Vote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0" y="6537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Politics — Go Vote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10607040" cy="5120640"/>
          </a:xfrm>
          <a:prstGeom prst="roundRect">
            <a:avLst/>
          </a:prstGeom>
          <a:solidFill>
            <a:srgbClr val="141417">
              <a:alpha val="90000"/>
            </a:srgbClr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5F5F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Cognitive involvement approach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43000" y="2011680"/>
            <a:ext cx="10058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is the cornerstone of democracy, as it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Political infographics place emphasis on the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visualization of information eases the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Infographics have become popular in online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2A2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Vote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0" y="6537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Politics — Go Vote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10607040" cy="5120640"/>
          </a:xfrm>
          <a:prstGeom prst="roundRect">
            <a:avLst/>
          </a:prstGeom>
          <a:solidFill>
            <a:srgbClr val="141417">
              <a:alpha val="90000"/>
            </a:srgbClr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5F5F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 e b s i t e C o n t e n 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43000" y="2011680"/>
            <a:ext cx="10058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Content Presentation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2A2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Vote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0" y="6537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Politics — Go Vote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10607040" cy="5120640"/>
          </a:xfrm>
          <a:prstGeom prst="roundRect">
            <a:avLst/>
          </a:prstGeom>
          <a:solidFill>
            <a:srgbClr val="141417">
              <a:alpha val="90000"/>
            </a:srgbClr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5F5F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Website Content Architecture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43000" y="2011680"/>
            <a:ext cx="10058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Imperative call to action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Landing / Hero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External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Barriers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 – 3) All parliamentary parties, neutral and equal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Know Your Parties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1 2 3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academically grounded questions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5-step practical guide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Find Where You Vote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Internal 3 research-backed reasons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Why Vote?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Barriers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(4 – 5)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4 5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Quick Quiz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2A2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Vote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0" y="6537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Politics — Go Vote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10607040" cy="5120640"/>
          </a:xfrm>
          <a:prstGeom prst="roundRect">
            <a:avLst/>
          </a:prstGeom>
          <a:solidFill>
            <a:srgbClr val="141417">
              <a:alpha val="90000"/>
            </a:srgbClr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5F5F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GO VOTE.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43000" y="2011680"/>
            <a:ext cx="10058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LET OTHERS DECIDE YOUR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Psychology of the Imperative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vote.org " You + Vote.org = Action. "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rockthevote.org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 Get Ready To Vote ."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yourfuckingpolli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"Where's my f***ing polling place?"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ngplace.com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Imperatives bypass deliberation and trigger action. "Don't let others decide" activates loss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aversion, the fear of losing agency is psychologically stronger than the promise of gaining it.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2A2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Vote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0" y="6537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Politics — Go Vote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10607040" cy="5120640"/>
          </a:xfrm>
          <a:prstGeom prst="roundRect">
            <a:avLst/>
          </a:prstGeom>
          <a:solidFill>
            <a:srgbClr val="141417">
              <a:alpha val="90000"/>
            </a:srgbClr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5F5F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Removing Practical Barriers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43000" y="2011680"/>
            <a:ext cx="10058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Sections 2 &amp; 3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Your Parties Find Where You Vote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9 parliamentary groups presented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equal visual weight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Visit mpp.ypes.gov.gr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Enter your personal details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party includes: leader, core values,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Find your polling station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link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Bring valid ID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Show up 7:00 – 19:00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composition used -&gt; future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nominations unknown at time of creation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Neutrality builds trust across the political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spectrum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don't abstain for ideological reasons ,rather they abstain because of friction. Simplify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process, eliminate the excuses.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2A2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Vote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0" y="6537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Politics — Go Vote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10607040" cy="5120640"/>
          </a:xfrm>
          <a:prstGeom prst="roundRect">
            <a:avLst/>
          </a:prstGeom>
          <a:solidFill>
            <a:srgbClr val="141417">
              <a:alpha val="90000"/>
            </a:srgbClr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5F5F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Spectrum: Left to Right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43000" y="2011680"/>
            <a:ext cx="10058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21 25 12 32 156 11 8 5 27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seats seats seats seats seats seats seats seats seats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KKE SYRIZA Nea PASOK Nea Elliniki NIKI Plefsi Indep.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Aristera Dimokratia Lysi Eleftherias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space. Same format. Same depth. Every party treated equally.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2A2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Vote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0" y="6537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Politics — Go Vote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10607040" cy="5120640"/>
          </a:xfrm>
          <a:prstGeom prst="roundRect">
            <a:avLst/>
          </a:prstGeom>
          <a:solidFill>
            <a:srgbClr val="141417">
              <a:alpha val="90000"/>
            </a:srgbClr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5F5F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Enabling the Intrinsic Process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43000" y="2011680"/>
            <a:ext cx="10058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Sections 4 &amp; 5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VOTE? QUICK QUIZ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vote forces politicians to listen Q1: What drives you to participate?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(Ezrow &amp; Krause, 2022) (Bali et al., 2020)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voting = someone else decides for you Q2: How important is it to be a voter?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(Blais &amp; Achen, 2018) (Bryan et al., 2011 — +14% turnout)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Democracy only works with participation Q3: Does the system let you have a say?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(Dalton, 2008) (European Social Survey)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only 3 questions? Shorter surveys achieve 63% completion vs 37% for longer ones (Kost et al., 2018).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Attention spans have declined significantly with short-form video use (Aljabr, 2024).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 quiz on this site? Interactive voter tools help less-engaged citizens orient themselves in complex multi-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party systems (Munzert et al., 2021).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2A2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Vote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0" y="6537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Politics — Go Vote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10607040" cy="5120640"/>
          </a:xfrm>
          <a:prstGeom prst="roundRect">
            <a:avLst/>
          </a:prstGeom>
          <a:solidFill>
            <a:srgbClr val="141417">
              <a:alpha val="90000"/>
            </a:srgbClr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5F5F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Let's see it in the real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43000" y="2011680"/>
            <a:ext cx="10058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world.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https://hot - politics.onrender.com/index.html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2A2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Vote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0" y="6537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11113"/>
          </a:solidFill>
          <a:ln w="12700">
            <a:solidFill>
              <a:srgbClr val="1111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Politics — Go Vote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10607040" cy="5120640"/>
          </a:xfrm>
          <a:prstGeom prst="roundRect">
            <a:avLst/>
          </a:prstGeom>
          <a:solidFill>
            <a:srgbClr val="141417">
              <a:alpha val="90000"/>
            </a:srgbClr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5F5F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43000" y="2011680"/>
            <a:ext cx="10058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Amit - Danhi, E. R., &amp; Shifman, L. (2022). Off the charts: user engagement enhancers in election infographics. Information, Communication &amp;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Society , 25 (1), 55 – 73. Retrieved from: https://doi.org/10.1080/1369118X.2020.1761858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Hellenic Republic, Ministry of Interior. (2004). National elections 2004 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Retrieved from: https://ekloges - prev.singularlogic.eu/voul2004/el/index.htm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Kennedy, H., Hill, R. L., Aiello, G., &amp; Allen, W. (2016). The work that visualisation conventions do. Information, Communication &amp; Society,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19(6), 715 – 735.Retrieved from: https://doi.org/10.1080/1369118X.2016. 1153126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Nationwide, Ministry of Interior (2023). National Elections June 2023.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Retrieved from: https://ekloges - prev.singularlogic.eu/2023/june/v/home/parties/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2A2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Vote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0" y="6537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strument Seri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Hot Politics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Go Vote — redesigned deck</dc:subject>
  <dc:creator>Hot Politics</dc:creator>
  <cp:lastModifiedBy>Hot Politics</cp:lastModifiedBy>
  <cp:revision>1</cp:revision>
  <dcterms:created xsi:type="dcterms:W3CDTF">2026-04-21T20:18:21Z</dcterms:created>
  <dcterms:modified xsi:type="dcterms:W3CDTF">2026-04-21T20:18:21Z</dcterms:modified>
</cp:coreProperties>
</file>